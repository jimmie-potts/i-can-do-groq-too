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9743f4b2264fd7" /><Relationship Type="http://schemas.openxmlformats.org/officeDocument/2006/relationships/extended-properties" Target="/docProps/app.xml" Id="R08ad6534af9a42b3" /><Relationship Type="http://schemas.openxmlformats.org/officeDocument/2006/relationships/officeDocument" Target="/ppt/presentation.xml" Id="R921bd15864cd48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71de699a14446a"/>
  </p:sldMasterIdLst>
  <p:notesMasterIdLst>
    <p:notesMasterId xmlns:r="http://schemas.openxmlformats.org/officeDocument/2006/relationships" r:id="Rabcf75a03f2e41a3"/>
  </p:notesMasterIdLst>
  <p:sldIdLst>
    <p:sldId xmlns:r="http://schemas.openxmlformats.org/officeDocument/2006/relationships" id="256" r:id="R899abed095c84317"/>
    <p:sldId xmlns:r="http://schemas.openxmlformats.org/officeDocument/2006/relationships" id="257" r:id="R5f44285c42624c96"/>
    <p:sldId xmlns:r="http://schemas.openxmlformats.org/officeDocument/2006/relationships" id="258" r:id="R67abf36f22f14178"/>
    <p:sldId xmlns:r="http://schemas.openxmlformats.org/officeDocument/2006/relationships" id="259" r:id="Rafd8e200b062495c"/>
    <p:sldId xmlns:r="http://schemas.openxmlformats.org/officeDocument/2006/relationships" id="260" r:id="R379f9db15a5048fc"/>
    <p:sldId xmlns:r="http://schemas.openxmlformats.org/officeDocument/2006/relationships" id="261" r:id="Re44b98b8b03c47b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218e9d06225449e" /><Relationship Type="http://schemas.openxmlformats.org/officeDocument/2006/relationships/slideMaster" Target="/ppt/slideMasters/slideMaster1.xml" Id="R2771de699a14446a" /><Relationship Type="http://schemas.openxmlformats.org/officeDocument/2006/relationships/notesMaster" Target="/ppt/notesMasters/notesMaster1.xml" Id="Rabcf75a03f2e41a3" /><Relationship Type="http://schemas.openxmlformats.org/officeDocument/2006/relationships/presProps" Target="/ppt/presProps.xml" Id="R1f6a26643a6941a6" /><Relationship Type="http://schemas.openxmlformats.org/officeDocument/2006/relationships/tableStyles" Target="/ppt/tableStyles.xml" Id="R0d3b4f42bf794271" /><Relationship Type="http://schemas.openxmlformats.org/officeDocument/2006/relationships/slide" Target="/ppt/slides/slide1.xml" Id="R899abed095c84317" /><Relationship Type="http://schemas.openxmlformats.org/officeDocument/2006/relationships/slide" Target="/ppt/slides/slide2.xml" Id="R5f44285c42624c96" /><Relationship Type="http://schemas.openxmlformats.org/officeDocument/2006/relationships/slide" Target="/ppt/slides/slide3.xml" Id="R67abf36f22f14178" /><Relationship Type="http://schemas.openxmlformats.org/officeDocument/2006/relationships/slide" Target="/ppt/slides/slide4.xml" Id="Rafd8e200b062495c" /><Relationship Type="http://schemas.openxmlformats.org/officeDocument/2006/relationships/slide" Target="/ppt/slides/slide5.xml" Id="R379f9db15a5048fc" /><Relationship Type="http://schemas.openxmlformats.org/officeDocument/2006/relationships/slide" Target="/ppt/slides/slide6.xml" Id="Re44b98b8b03c47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8f6509a6564b0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5e6a33ed814be2" /><Relationship Type="http://schemas.openxmlformats.org/officeDocument/2006/relationships/notesMaster" Target="/ppt/notesMasters/notesMaster1.xml" Id="Rfaa03de0defc4e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57a84085ed491c" /><Relationship Type="http://schemas.openxmlformats.org/officeDocument/2006/relationships/notesMaster" Target="/ppt/notesMasters/notesMaster1.xml" Id="R5815ab430e844c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615b6800f541ba" /><Relationship Type="http://schemas.openxmlformats.org/officeDocument/2006/relationships/notesMaster" Target="/ppt/notesMasters/notesMaster1.xml" Id="R7b1762789b6444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1e535eae5564986" /><Relationship Type="http://schemas.openxmlformats.org/officeDocument/2006/relationships/notesMaster" Target="/ppt/notesMasters/notesMaster1.xml" Id="Rbdb00593d39541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96b5a8cda8412a" /><Relationship Type="http://schemas.openxmlformats.org/officeDocument/2006/relationships/notesMaster" Target="/ppt/notesMasters/notesMaster1.xml" Id="R4a79793c8ea74c8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36226c5bd9c4094" /><Relationship Type="http://schemas.openxmlformats.org/officeDocument/2006/relationships/notesMaster" Target="/ppt/notesMasters/notesMaster1.xml" Id="R1f40ea5572d840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user-stories/icgt-005-bootstrap-fastgate-service.md</a:t>
            </a:r>
          </a:p>
          <a:p xmlns:a="http://schemas.openxmlformats.org/drawingml/2006/main">
            <a:r>
              <a:t>- gateway/internal/service/service.go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gateway/cmd/fastgate/main.go</a:t>
            </a:r>
          </a:p>
          <a:p xmlns:a="http://schemas.openxmlformats.org/drawingml/2006/main">
            <a:r>
              <a:t>- gateway/internal/service/service.go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gateway/internal/service/service.go</a:t>
            </a:r>
          </a:p>
          <a:p xmlns:a="http://schemas.openxmlformats.org/drawingml/2006/main">
            <a:r>
              <a:t>- gateway/internal/service/service_test.go</a:t>
            </a:r>
          </a:p>
          <a:p xmlns:a="http://schemas.openxmlformats.org/drawingml/2006/main">
            <a:r>
              <a:t>- docs/lessons/icgt-005-go-service-lifecycle.md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gateway/internal/service/service.go</a:t>
            </a:r>
          </a:p>
          <a:p xmlns:a="http://schemas.openxmlformats.org/drawingml/2006/main">
            <a:r>
              <a:t>- gateway/internal/service/service_test.go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gateway/cmd/fastgate/main.go</a:t>
            </a:r>
          </a:p>
          <a:p xmlns:a="http://schemas.openxmlformats.org/drawingml/2006/main">
            <a:r>
              <a:t>- gateway/internal/service/service.go</a:t>
            </a:r>
          </a:p>
          <a:p xmlns:a="http://schemas.openxmlformats.org/drawingml/2006/main">
            <a:r>
              <a:t>- gateway/internal/service/service_test.go</a:t>
            </a:r>
          </a:p>
          <a:p xmlns:a="http://schemas.openxmlformats.org/drawingml/2006/main">
            <a:r>
              <a:t>- scripts/check</a:t>
            </a:r>
          </a:p>
          <a:p xmlns:a="http://schemas.openxmlformats.org/drawingml/2006/main">
            <a:r>
              <a:t>- scripts/check_repository.py</a:t>
            </a:r>
          </a:p>
          <a:p xmlns:a="http://schemas.openxmlformats.org/drawingml/2006/main">
            <a:r>
              <a:t>- tests/test_check_repository.py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docs/lessons/icgt-005-go-service-lifecycle.md</a:t>
            </a:r>
          </a:p>
          <a:p xmlns:a="http://schemas.openxmlformats.org/drawingml/2006/main">
            <a:r>
              <a:t>- user-stories/icgt-005-bootstrap-fastgate-service.md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e80a7712b45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83e55d5d2342a9" /><Relationship Type="http://schemas.openxmlformats.org/officeDocument/2006/relationships/slideLayout" Target="/ppt/slideLayouts/slideLayout1.xml" Id="Rbd87e5b989a242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87e5b989a242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2e574b20a477f" /><Relationship Type="http://schemas.openxmlformats.org/officeDocument/2006/relationships/notesSlide" Target="/ppt/notesSlides/notesSlide1.xml" Id="R184c8b1cc2fa40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983a5fb134db1" /><Relationship Type="http://schemas.openxmlformats.org/officeDocument/2006/relationships/notesSlide" Target="/ppt/notesSlides/notesSlide2.xml" Id="R6425f262708148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c520e25ce458f" /><Relationship Type="http://schemas.openxmlformats.org/officeDocument/2006/relationships/notesSlide" Target="/ppt/notesSlides/notesSlide3.xml" Id="R722077a27a8a47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3d606f8254277" /><Relationship Type="http://schemas.openxmlformats.org/officeDocument/2006/relationships/notesSlide" Target="/ppt/notesSlides/notesSlide4.xml" Id="Rd99b1a1228de41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b0c49033c74143" /><Relationship Type="http://schemas.openxmlformats.org/officeDocument/2006/relationships/notesSlide" Target="/ppt/notesSlides/notesSlide5.xml" Id="R6bbeafa3e8f74f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ab67efae349a7" /><Relationship Type="http://schemas.openxmlformats.org/officeDocument/2006/relationships/notesSlide" Target="/ppt/notesSlides/notesSlide6.xml" Id="R2a123dcf819b49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010FF2F2-E599-482B-BBAB-BAE322C9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E91B1296-6CF9-4EA5-B812-7846566E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6157817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ICGT-005 · VERIFIED IMPLEMENTATION</a:t>
            </a:r>
          </a:p>
        </p:txBody>
      </p:sp>
      <p:sp>
        <p:nvSpPr>
          <p:cNvPr id="3" name="cover-project">
            <a:extLst xmlns:a="http://schemas.openxmlformats.org/drawingml/2006/main">
              <a:ext uri="{FF2B5EF4-FFF2-40B4-BE49-F238E27FC236}">
                <a16:creationId xmlns:a16="http://schemas.microsoft.com/office/drawing/2014/main" id="{A10A1BDD-35A0-492A-B6DF-DB94C69D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0"/>
            <a:ext cx="39116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FASTGATE LEARNING COMPANION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BCB5746-FACB-4621-84AE-C1E4D4CD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9942"/>
            <a:ext cx="9448800" cy="36242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FastGate
lifecycle</a:t>
            </a:r>
          </a:p>
        </p:txBody>
      </p:sp>
    </p:spTree>
    <p:extLst>
      <p:ext uri="{BB962C8B-B14F-4D97-AF65-F5344CB8AC3E}">
        <p14:creationId xmlns:p14="http://schemas.microsoft.com/office/powerpoint/2010/main" val="1118741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ifecycle-title">
            <a:extLst xmlns:a="http://schemas.openxmlformats.org/drawingml/2006/main">
              <a:ext uri="{FF2B5EF4-FFF2-40B4-BE49-F238E27FC236}">
                <a16:creationId xmlns:a16="http://schemas.microsoft.com/office/drawing/2014/main" id="{4873526C-5D11-4ADB-86B0-64026ACF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owner makes all three phases visible</a:t>
            </a:r>
          </a:p>
        </p:txBody>
      </p:sp>
      <p:cxnSp>
        <p:nvCxnSpPr>
          <p:cNvPr id="11" name="lifecycle-line"/>
          <p:cNvCxnSpPr/>
          <p:nvPr/>
        </p:nvCxnSpPr>
        <p:spPr>
          <a:xfrm xmlns:a="http://schemas.openxmlformats.org/drawingml/2006/main">
            <a:off x="337757" y="3373755"/>
            <a:ext cx="1146048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960B811B-1B7E-4ACC-AEDF-5ACBCE3D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4" name="lifecycle-dot-1">
            <a:extLst xmlns:a="http://schemas.openxmlformats.org/drawingml/2006/main">
              <a:ext uri="{FF2B5EF4-FFF2-40B4-BE49-F238E27FC236}">
                <a16:creationId xmlns:a16="http://schemas.microsoft.com/office/drawing/2014/main" id="{DE866E9D-9FE4-417C-816B-B4CC0D4F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3301175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lifecycle-body-1">
            <a:extLst xmlns:a="http://schemas.openxmlformats.org/drawingml/2006/main">
              <a:ext uri="{FF2B5EF4-FFF2-40B4-BE49-F238E27FC236}">
                <a16:creationId xmlns:a16="http://schemas.microsoft.com/office/drawing/2014/main" id="{2844D4A1-0C86-4D33-986A-0889A199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22668"/>
            <a:ext cx="3156109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· Bind once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Validate configuration before opening the listener. main owns signals and process exit.</a:t>
            </a:r>
          </a:p>
        </p:txBody>
      </p:sp>
      <p:sp>
        <p:nvSpPr>
          <p:cNvPr id="6" name="lifecycle-dot-2">
            <a:extLst xmlns:a="http://schemas.openxmlformats.org/drawingml/2006/main">
              <a:ext uri="{FF2B5EF4-FFF2-40B4-BE49-F238E27FC236}">
                <a16:creationId xmlns:a16="http://schemas.microsoft.com/office/drawing/2014/main" id="{24D73685-FF58-4347-B198-3B8E00E4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3301175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lifecycle-body-2">
            <a:extLst xmlns:a="http://schemas.openxmlformats.org/drawingml/2006/main">
              <a:ext uri="{FF2B5EF4-FFF2-40B4-BE49-F238E27FC236}">
                <a16:creationId xmlns:a16="http://schemas.microsoft.com/office/drawing/2014/main" id="{4323B733-08F8-46A3-ABDB-818C4242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22668"/>
            <a:ext cx="3156109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SERVE · Wait on two events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owner waits for either serving to finish or the cancellation context to close.</a:t>
            </a:r>
          </a:p>
        </p:txBody>
      </p:sp>
      <p:sp>
        <p:nvSpPr>
          <p:cNvPr id="8" name="lifecycle-dot-3">
            <a:extLst xmlns:a="http://schemas.openxmlformats.org/drawingml/2006/main">
              <a:ext uri="{FF2B5EF4-FFF2-40B4-BE49-F238E27FC236}">
                <a16:creationId xmlns:a16="http://schemas.microsoft.com/office/drawing/2014/main" id="{FE52C3AC-5719-4FCC-A3B1-3F5351F2F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3301175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9" name="lifecycle-body-3">
            <a:extLst xmlns:a="http://schemas.openxmlformats.org/drawingml/2006/main">
              <a:ext uri="{FF2B5EF4-FFF2-40B4-BE49-F238E27FC236}">
                <a16:creationId xmlns:a16="http://schemas.microsoft.com/office/drawing/2014/main" id="{48F64C78-C627-4A4B-98EC-D42644864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22668"/>
            <a:ext cx="3156109" cy="1952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800"/>
              </a:spcAft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STOP · Bound and join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Shutdown gets a fixed deadline. Serve is always joined before control returns.</a:t>
            </a:r>
          </a:p>
        </p:txBody>
      </p:sp>
    </p:spTree>
    <p:extLst>
      <p:ext uri="{BB962C8B-B14F-4D97-AF65-F5344CB8AC3E}">
        <p14:creationId xmlns:p14="http://schemas.microsoft.com/office/powerpoint/2010/main" val="9292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alth-title">
            <a:extLst xmlns:a="http://schemas.openxmlformats.org/drawingml/2006/main">
              <a:ext uri="{FF2B5EF4-FFF2-40B4-BE49-F238E27FC236}">
                <a16:creationId xmlns:a16="http://schemas.microsoft.com/office/drawing/2014/main" id="{2012CD7E-7E86-4C4A-B8A0-D483CF3CF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health check answers one small question</a:t>
            </a:r>
          </a:p>
        </p:txBody>
      </p:sp>
      <p:sp>
        <p:nvSpPr>
          <p:cNvPr id="2" name="health-left-rule">
            <a:extLst xmlns:a="http://schemas.openxmlformats.org/drawingml/2006/main">
              <a:ext uri="{FF2B5EF4-FFF2-40B4-BE49-F238E27FC236}">
                <a16:creationId xmlns:a16="http://schemas.microsoft.com/office/drawing/2014/main" id="{8F639A7D-70A6-4DAE-9474-6AE28EB8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907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health-right-rule">
            <a:extLst xmlns:a="http://schemas.openxmlformats.org/drawingml/2006/main">
              <a:ext uri="{FF2B5EF4-FFF2-40B4-BE49-F238E27FC236}">
                <a16:creationId xmlns:a16="http://schemas.microsoft.com/office/drawing/2014/main" id="{F3D030C3-D5EC-4C9E-BC80-CF8DA7C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1790700"/>
            <a:ext cx="685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</p:spPr>
      </p:sp>
      <p:sp>
        <p:nvSpPr>
          <p:cNvPr id="4" name="health-proves">
            <a:extLst xmlns:a="http://schemas.openxmlformats.org/drawingml/2006/main">
              <a:ext uri="{FF2B5EF4-FFF2-40B4-BE49-F238E27FC236}">
                <a16:creationId xmlns:a16="http://schemas.microsoft.com/office/drawing/2014/main" id="{DA7F7A6C-7902-4EFB-A562-D4AE7BA6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proves local serving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the process accepted an HTTP request
• routing reached GET /healthz
• the handler returned 200 with body “ok”
• no response was cached</a:t>
            </a:r>
          </a:p>
        </p:txBody>
      </p:sp>
      <p:sp>
        <p:nvSpPr>
          <p:cNvPr id="5" name="health-does-not-prove">
            <a:extLst xmlns:a="http://schemas.openxmlformats.org/drawingml/2006/main">
              <a:ext uri="{FF2B5EF4-FFF2-40B4-BE49-F238E27FC236}">
                <a16:creationId xmlns:a16="http://schemas.microsoft.com/office/drawing/2014/main" id="{0365FAAB-590E-4051-892A-17950A15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It does not prove inference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• no model-turn schema exists yet
• no provider is contacted
• no tenant policy is evaluated
• readiness and liveness are not split</a:t>
            </a:r>
          </a:p>
        </p:txBody>
      </p:sp>
      <p:sp>
        <p:nvSpPr>
          <p:cNvPr id="6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789AB8A9-333F-4E1C-BCD8-423D8486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50617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ailure-title">
            <a:extLst xmlns:a="http://schemas.openxmlformats.org/drawingml/2006/main">
              <a:ext uri="{FF2B5EF4-FFF2-40B4-BE49-F238E27FC236}">
                <a16:creationId xmlns:a16="http://schemas.microsoft.com/office/drawing/2014/main" id="{B03ADD8B-076B-4A41-9B17-5C5A4AB6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Every terminal path enters cleanup</a:t>
            </a:r>
          </a:p>
        </p:txBody>
      </p:sp>
      <p:cxnSp>
        <p:nvCxnSpPr>
          <p:cNvPr id="14" name="failure-line"/>
          <p:cNvCxnSpPr/>
          <p:nvPr/>
        </p:nvCxnSpPr>
        <p:spPr>
          <a:xfrm xmlns:a="http://schemas.openxmlformats.org/drawingml/2006/main">
            <a:off x="337757" y="5341620"/>
            <a:ext cx="11460480" cy="286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3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7F214224-CB69-492B-BC65-D2F2C259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4" name="failure-card-1">
            <a:extLst xmlns:a="http://schemas.openxmlformats.org/drawingml/2006/main">
              <a:ext uri="{FF2B5EF4-FFF2-40B4-BE49-F238E27FC236}">
                <a16:creationId xmlns:a16="http://schemas.microsoft.com/office/drawing/2014/main" id="{256E4736-BB19-4CA3-A8A2-5DB6BCFF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ailure-card-text-1">
            <a:extLst xmlns:a="http://schemas.openxmlformats.org/drawingml/2006/main">
              <a:ext uri="{FF2B5EF4-FFF2-40B4-BE49-F238E27FC236}">
                <a16:creationId xmlns:a16="http://schemas.microsoft.com/office/drawing/2014/main" id="{3A45B5CF-F400-4634-83B8-7CEA0340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· Terminal event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Cancellation or a Serve failure ends the wait. The original serving error is retained.</a:t>
            </a:r>
          </a:p>
        </p:txBody>
      </p:sp>
      <p:sp>
        <p:nvSpPr>
          <p:cNvPr id="6" name="failure-dot-1">
            <a:extLst xmlns:a="http://schemas.openxmlformats.org/drawingml/2006/main">
              <a:ext uri="{FF2B5EF4-FFF2-40B4-BE49-F238E27FC236}">
                <a16:creationId xmlns:a16="http://schemas.microsoft.com/office/drawing/2014/main" id="{0900F9C1-3BAC-45AC-85B7-044C27DA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69039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failure-card-2">
            <a:extLst xmlns:a="http://schemas.openxmlformats.org/drawingml/2006/main">
              <a:ext uri="{FF2B5EF4-FFF2-40B4-BE49-F238E27FC236}">
                <a16:creationId xmlns:a16="http://schemas.microsoft.com/office/drawing/2014/main" id="{1717B9C0-D533-4B4C-A085-06829858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ailure-card-text-2">
            <a:extLst xmlns:a="http://schemas.openxmlformats.org/drawingml/2006/main">
              <a:ext uri="{FF2B5EF4-FFF2-40B4-BE49-F238E27FC236}">
                <a16:creationId xmlns:a16="http://schemas.microsoft.com/office/drawing/2014/main" id="{D21AE500-F1EE-47F5-B6A0-AE981724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· Graceful shutdown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New connections stop. Active handlers receive at most the configured shutdown timeout.</a:t>
            </a:r>
          </a:p>
        </p:txBody>
      </p:sp>
      <p:sp>
        <p:nvSpPr>
          <p:cNvPr id="9" name="failure-dot-2">
            <a:extLst xmlns:a="http://schemas.openxmlformats.org/drawingml/2006/main">
              <a:ext uri="{FF2B5EF4-FFF2-40B4-BE49-F238E27FC236}">
                <a16:creationId xmlns:a16="http://schemas.microsoft.com/office/drawing/2014/main" id="{33A3BBE9-45BC-4F1B-930F-AB54D2A7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69039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0" name="failure-card-3">
            <a:extLst xmlns:a="http://schemas.openxmlformats.org/drawingml/2006/main">
              <a:ext uri="{FF2B5EF4-FFF2-40B4-BE49-F238E27FC236}">
                <a16:creationId xmlns:a16="http://schemas.microsoft.com/office/drawing/2014/main" id="{D350912F-2395-4617-8E65-8578AF3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failure-card-text-3">
            <a:extLst xmlns:a="http://schemas.openxmlformats.org/drawingml/2006/main">
              <a:ext uri="{FF2B5EF4-FFF2-40B4-BE49-F238E27FC236}">
                <a16:creationId xmlns:a16="http://schemas.microsoft.com/office/drawing/2014/main" id="{38269E3E-BC15-40A5-89EE-2936FFF0A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 · Forced cleanup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the deadline wins, Close forces progress. The owner joins Serve if needed and preserves every error.</a:t>
            </a:r>
          </a:p>
        </p:txBody>
      </p:sp>
      <p:sp>
        <p:nvSpPr>
          <p:cNvPr id="12" name="failure-dot-3">
            <a:extLst xmlns:a="http://schemas.openxmlformats.org/drawingml/2006/main">
              <a:ext uri="{FF2B5EF4-FFF2-40B4-BE49-F238E27FC236}">
                <a16:creationId xmlns:a16="http://schemas.microsoft.com/office/drawing/2014/main" id="{D2B7AFBE-E667-418D-8177-BEED5899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69039"/>
            <a:ext cx="145161" cy="1451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</p:spPr>
      </p:sp>
    </p:spTree>
    <p:extLst>
      <p:ext uri="{BB962C8B-B14F-4D97-AF65-F5344CB8AC3E}">
        <p14:creationId xmlns:p14="http://schemas.microsoft.com/office/powerpoint/2010/main" val="323026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875387F1-A9D2-496D-823A-FE156C9A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Review the invariant where the evidence lives</a:t>
            </a:r>
          </a:p>
        </p:txBody>
      </p:sp>
      <p:sp>
        <p:nvSpPr>
          <p:cNvPr id="2" name="review-intro">
            <a:extLst xmlns:a="http://schemas.openxmlformats.org/drawingml/2006/main">
              <a:ext uri="{FF2B5EF4-FFF2-40B4-BE49-F238E27FC236}">
                <a16:creationId xmlns:a16="http://schemas.microsoft.com/office/drawing/2014/main" id="{29524023-EB3D-441C-ABB3-75136D72C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33475"/>
            <a:ext cx="11404568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These four paths contain the behavior worth explaining personally.</a:t>
            </a:r>
          </a:p>
        </p:txBody>
      </p:sp>
      <p:graphicFrame>
        <p:nvGraphicFramePr>
          <p:cNvPr id="7" name="review-evidence-table"/>
          <p:cNvGraphicFramePr/>
          <p:nvPr/>
        </p:nvGraphicFramePr>
        <p:xfrm>
          <a:off xmlns:a="http://schemas.openxmlformats.org/drawingml/2006/main" x="393668" y="2143125"/>
          <a:ext xmlns:a="http://schemas.openxmlformats.org/drawingml/2006/main" cx="11404568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5880068"/>
                <a:gridCol w="3238500"/>
              </a:tblGrid>
              <a:tr h="685800">
                <a:tc>
                  <a:txBody>
                    <a:bodyPr/>
                    <a:lstStyle/>
                    <a:p>
                      <a:r>
                        <a:t>Path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What you should explain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Proof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main.go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Signals cancel one owner context; config is checked before binding.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live smoke + full gate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service.go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Both terminal paths run bounded cleanup; Serve is always joined.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lifecycle tests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service_test.go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Success uses loopback; failure uses channels instead of sleeps.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health + timeout cases</a:t>
                      </a:r>
                    </a:p>
                  </a:txBody>
                  <a:tcPr marL="91440" marR="91440" marT="45720" marB="45720"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scripts/check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Exported secrets are omitted; HOME, telemetry, and downloads stay isolated.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17 policy tests + gate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2E0DE460-658C-4046-A6B9-3B9FA623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9014693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1CD8620-01A4-4535-94EB-47216026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40005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YOUR REVIEW CHECKPOINT</a:t>
            </a:r>
          </a:p>
        </p:txBody>
      </p:sp>
      <p:sp>
        <p:nvSpPr>
          <p:cNvPr id="2" name="close-accent">
            <a:extLst xmlns:a="http://schemas.openxmlformats.org/drawingml/2006/main">
              <a:ext uri="{FF2B5EF4-FFF2-40B4-BE49-F238E27FC236}">
                <a16:creationId xmlns:a16="http://schemas.microsoft.com/office/drawing/2014/main" id="{CBD0F7F6-9158-457A-B93D-9CAECD20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257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3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3CCFD9A-59E2-4011-A65F-B5B9E74B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Own it. Bound it.
Join it.</a:t>
            </a:r>
          </a:p>
        </p:txBody>
      </p:sp>
      <p:sp>
        <p:nvSpPr>
          <p:cNvPr id="4" name="close-details">
            <a:extLst xmlns:a="http://schemas.openxmlformats.org/drawingml/2006/main">
              <a:ext uri="{FF2B5EF4-FFF2-40B4-BE49-F238E27FC236}">
                <a16:creationId xmlns:a16="http://schemas.microsoft.com/office/drawing/2014/main" id="{4AB5D5A2-2A7E-4DCB-97B8-723711A5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4953000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Start exactly once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Stop within a deadline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Join before returning</a:t>
            </a:r>
          </a:p>
        </p:txBody>
      </p:sp>
    </p:spTree>
    <p:extLst>
      <p:ext uri="{BB962C8B-B14F-4D97-AF65-F5344CB8AC3E}">
        <p14:creationId xmlns:p14="http://schemas.microsoft.com/office/powerpoint/2010/main" val="10126632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2026-08-02T21:54:12.6920000Z</dcterms:created>
  <dcterms:modified xsi:type="dcterms:W3CDTF">2026-08-02T21:54:12.6920000Z</dcterms:modified>
</coreProperties>
</file>